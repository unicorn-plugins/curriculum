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45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760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6C63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0" y="-1371600"/>
            <a:ext cx="2286000" cy="22860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457200"/>
            <a:ext cx="2560320" cy="384048"/>
          </a:xfrm>
          <a:prstGeom prst="roundRect">
            <a:avLst>
              <a:gd name="adj" fmla="val 35714"/>
            </a:avLst>
          </a:prstGeom>
          <a:solidFill>
            <a:srgbClr val="6C63FF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5일 완성 실습 과정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실무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API부터 MAS까지, 체계적인 5단계 성장 경로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91440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867912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4233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463040" y="379476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737360" y="3794760"/>
            <a:ext cx="91440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968" y="3867912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37360" y="4233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2651760" y="379476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2926080" y="3794760"/>
            <a:ext cx="91440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8" y="386791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926080" y="4233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3840480" y="379476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114800" y="3794760"/>
            <a:ext cx="91440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7408" y="3867912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114800" y="4233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5029200" y="3794760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303520" y="3794760"/>
            <a:ext cx="91440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6128" y="3867912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4233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6583680" y="1188720"/>
            <a:ext cx="2194560" cy="2103120"/>
          </a:xfrm>
          <a:prstGeom prst="roundRect">
            <a:avLst>
              <a:gd name="adj" fmla="val 5217"/>
            </a:avLst>
          </a:prstGeom>
          <a:solidFill>
            <a:srgbClr val="1620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2"/>
          <p:cNvSpPr/>
          <p:nvPr/>
        </p:nvSpPr>
        <p:spPr>
          <a:xfrm>
            <a:off x="681228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기간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6812280" y="14813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5일 (총 35시간)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6812280" y="1783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대상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812280" y="1965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 (Python 기초)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6812280" y="2267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형태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6812280" y="2450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정식교육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6812280" y="27523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일일 시간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6812280" y="29352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7시간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6C63FF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5단계 성장 경로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대화부터 에이전트까지, 체계적인 학습 여정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7315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417320" cy="2377440"/>
          </a:xfrm>
          <a:prstGeom prst="roundRect">
            <a:avLst>
              <a:gd name="adj" fmla="val 6452"/>
            </a:avLst>
          </a:prstGeom>
          <a:solidFill>
            <a:srgbClr val="1620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417320" cy="54864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2011680"/>
            <a:ext cx="594360" cy="594360"/>
          </a:xfrm>
          <a:prstGeom prst="ellipse">
            <a:avLst/>
          </a:prstGeom>
          <a:solidFill>
            <a:srgbClr val="6C63FF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2130552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2743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LLM과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대화하기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33375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920240" y="2423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194560" y="1554480"/>
            <a:ext cx="1417320" cy="2377440"/>
          </a:xfrm>
          <a:prstGeom prst="roundRect">
            <a:avLst>
              <a:gd name="adj" fmla="val 6452"/>
            </a:avLst>
          </a:prstGeom>
          <a:solidFill>
            <a:srgbClr val="1620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2194560" y="1554480"/>
            <a:ext cx="1417320" cy="54864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2194560" y="1691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606040" y="2011680"/>
            <a:ext cx="594360" cy="594360"/>
          </a:xfrm>
          <a:prstGeom prst="ellipse">
            <a:avLst/>
          </a:prstGeom>
          <a:solidFill>
            <a:srgbClr val="38BDF8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9484" y="2130552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194560" y="2743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다루기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194560" y="33375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611880" y="2423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3886200" y="1554480"/>
            <a:ext cx="1417320" cy="2377440"/>
          </a:xfrm>
          <a:prstGeom prst="roundRect">
            <a:avLst>
              <a:gd name="adj" fmla="val 6452"/>
            </a:avLst>
          </a:prstGeom>
          <a:solidFill>
            <a:srgbClr val="1620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3886200" y="1554480"/>
            <a:ext cx="141732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/>
          <p:nvPr/>
        </p:nvSpPr>
        <p:spPr>
          <a:xfrm>
            <a:off x="3886200" y="1691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297680" y="2011680"/>
            <a:ext cx="594360" cy="594360"/>
          </a:xfrm>
          <a:prstGeom prst="ellipse">
            <a:avLst/>
          </a:prstGeom>
          <a:solidFill>
            <a:srgbClr val="22D3EE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1124" y="2130552"/>
            <a:ext cx="347472" cy="34747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886200" y="2743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연결하기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3886200" y="33375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5303520" y="2423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30" name="Shape 25"/>
          <p:cNvSpPr/>
          <p:nvPr/>
        </p:nvSpPr>
        <p:spPr>
          <a:xfrm>
            <a:off x="5577840" y="1554480"/>
            <a:ext cx="1417320" cy="2377440"/>
          </a:xfrm>
          <a:prstGeom prst="roundRect">
            <a:avLst>
              <a:gd name="adj" fmla="val 6452"/>
            </a:avLst>
          </a:prstGeom>
          <a:solidFill>
            <a:srgbClr val="1620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6"/>
          <p:cNvSpPr/>
          <p:nvPr/>
        </p:nvSpPr>
        <p:spPr>
          <a:xfrm>
            <a:off x="5577840" y="1554480"/>
            <a:ext cx="1417320" cy="5486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7"/>
          <p:cNvSpPr/>
          <p:nvPr/>
        </p:nvSpPr>
        <p:spPr>
          <a:xfrm>
            <a:off x="5577840" y="1691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5989320" y="2011680"/>
            <a:ext cx="594360" cy="594360"/>
          </a:xfrm>
          <a:prstGeom prst="ellipse">
            <a:avLst/>
          </a:prstGeom>
          <a:solidFill>
            <a:srgbClr val="A78BFA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2764" y="2130552"/>
            <a:ext cx="347472" cy="34747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577840" y="2743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확장하기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5577840" y="33375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3~4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6995160" y="2423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38" name="Shape 32"/>
          <p:cNvSpPr/>
          <p:nvPr/>
        </p:nvSpPr>
        <p:spPr>
          <a:xfrm>
            <a:off x="7269480" y="1554480"/>
            <a:ext cx="1417320" cy="2377440"/>
          </a:xfrm>
          <a:prstGeom prst="roundRect">
            <a:avLst>
              <a:gd name="adj" fmla="val 6452"/>
            </a:avLst>
          </a:prstGeom>
          <a:solidFill>
            <a:srgbClr val="1620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3"/>
          <p:cNvSpPr/>
          <p:nvPr/>
        </p:nvSpPr>
        <p:spPr>
          <a:xfrm>
            <a:off x="7269480" y="1554480"/>
            <a:ext cx="1417320" cy="54864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4"/>
          <p:cNvSpPr/>
          <p:nvPr/>
        </p:nvSpPr>
        <p:spPr>
          <a:xfrm>
            <a:off x="7269480" y="1691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7680960" y="2011680"/>
            <a:ext cx="594360" cy="594360"/>
          </a:xfrm>
          <a:prstGeom prst="ellipse">
            <a:avLst/>
          </a:prstGeom>
          <a:solidFill>
            <a:srgbClr val="34D399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4404" y="2130552"/>
            <a:ext cx="347472" cy="347472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7269480" y="27432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만들기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7269480" y="33375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→ 📄 → 🔧 → 🧠 → 🤖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AI Agent 개발 실무인가?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594360" cy="594360"/>
          </a:xfrm>
          <a:prstGeom prst="ellipse">
            <a:avLst/>
          </a:prstGeom>
          <a:solidFill>
            <a:srgbClr val="6C63FF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49047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즉시 적용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프로젝트에 바로 활용 가능한 기술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 종료 후 2주 내 실무 적용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109728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611880" y="1371600"/>
            <a:ext cx="594360" cy="594360"/>
          </a:xfrm>
          <a:prstGeom prst="ellipse">
            <a:avLst/>
          </a:prstGeom>
          <a:solidFill>
            <a:srgbClr val="34D399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149047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체계적 성장 경로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611880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→ 데이터 → 도구 → 지식 → 에이전트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61188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초보자도 따라올 수 있는 로드맵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26480" y="109728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400800" y="1371600"/>
            <a:ext cx="594360" cy="594360"/>
          </a:xfrm>
          <a:prstGeom prst="ellipse">
            <a:avLst/>
          </a:prstGeom>
          <a:solidFill>
            <a:srgbClr val="FB923C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149047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기술 반영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400800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2025~2026 트렌드 반영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0" y="3154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1.0, MCP, GraphRAG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3가지 차별화 포인트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926080" cy="3474720"/>
          </a:xfrm>
          <a:prstGeom prst="roundRect">
            <a:avLst>
              <a:gd name="adj" fmla="val 3750"/>
            </a:avLst>
          </a:prstGeom>
          <a:solidFill>
            <a:srgbClr val="0B1120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258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783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2296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중심 (50% 이상)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7889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645920" y="27889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468880" y="27889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실습+토론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22960" y="30358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645920" y="30358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468880" y="30358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22960" y="328269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645920" y="328269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468880" y="328269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" y="352958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645920" y="352958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468880" y="352958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22960" y="377647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645920" y="377647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2468880" y="377647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22960" y="40233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645920" y="40233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2468880" y="40233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794760" y="1051560"/>
            <a:ext cx="48463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3794760" y="1051560"/>
            <a:ext cx="54864" cy="16459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41148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80160"/>
            <a:ext cx="347472" cy="34747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120640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 LLM 비교 학습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5120640" y="1691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Claude, Gemini, Groq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시나리오로 4개 LLM 비교 실습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3794760" y="2834640"/>
            <a:ext cx="48463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8"/>
          <p:cNvSpPr/>
          <p:nvPr/>
        </p:nvSpPr>
        <p:spPr>
          <a:xfrm>
            <a:off x="3794760" y="2834640"/>
            <a:ext cx="54864" cy="16459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/>
          <p:cNvSpPr/>
          <p:nvPr/>
        </p:nvSpPr>
        <p:spPr>
          <a:xfrm>
            <a:off x="41148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063240"/>
            <a:ext cx="347472" cy="34747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120640" y="3017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핵심개념 도식화</a:t>
            </a:r>
            <a:endParaRPr lang="en-US" sz="1600" dirty="0"/>
          </a:p>
        </p:txBody>
      </p:sp>
      <p:sp>
        <p:nvSpPr>
          <p:cNvPr id="36" name="Text 31"/>
          <p:cNvSpPr/>
          <p:nvPr/>
        </p:nvSpPr>
        <p:spPr>
          <a:xfrm>
            <a:off x="5120640" y="3474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패턴, RAG 파이프라인 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다이어그램으로 명확 전달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6C63FF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6C63FF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" cy="228600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371600"/>
            <a:ext cx="1371600" cy="384048"/>
          </a:xfrm>
          <a:prstGeom prst="roundRect">
            <a:avLst>
              <a:gd name="adj" fmla="val 35714"/>
            </a:avLst>
          </a:prstGeom>
          <a:solidFill>
            <a:srgbClr val="6C63FF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LLM과 대화하기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앱 기초 + LLM API + 멀티턴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0"/>
            <a:ext cx="1371600" cy="1371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시간: 7시간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 경로: Step 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주요 학습 내용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1 - LLM과 대화하기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93192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 sz="280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3931920" cy="45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모듈 1-1 &amp; 1-2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 어플리케이션 개요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SAS 패턴, Agent Flow 패턴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5대 핵심 구성요소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LLM API 비교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651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OpenAI, Claude, Gemini, Groq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9260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토큰 비용, Rate Limit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2004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프롬프트 엔지니어링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Zero/Few-shot, CoT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051560"/>
            <a:ext cx="393192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 sz="280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3931920" cy="45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18" name="Text 16"/>
          <p:cNvSpPr/>
          <p:nvPr/>
        </p:nvSpPr>
        <p:spPr>
          <a:xfrm>
            <a:off x="484632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모듈 1-3 &amp; 1-4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46320" y="1554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Python 기초 및 개발 환경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1828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가상환경, dotenv, Pydantic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103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멀티턴 대화 구현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2377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전체 히스토리 vs 슬라이딩 윈도우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2651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Responses API, Chat Session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29260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Streamlit 웹 챗봇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48056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6C63FF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핵심 실습: 여행 플래너 챗봇 (멀티턴 + Streamlit 웹 UI)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" cy="228600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371600"/>
            <a:ext cx="1371600" cy="384048"/>
          </a:xfrm>
          <a:prstGeom prst="roundRect">
            <a:avLst>
              <a:gd name="adj" fmla="val 35714"/>
            </a:avLst>
          </a:prstGeom>
          <a:solidFill>
            <a:srgbClr val="38BDF8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63697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다루기 → 도구 연결하기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문서/PDF 처리 + Function Calling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0"/>
            <a:ext cx="1371600" cy="1371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시간: 7시간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 경로: Step 2~3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주요 학습 내용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2~3 - 데이터 다루기 → 도구 연결하기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2560320" cy="457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요약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추출적 vs 생성적 요약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LLM 기반 (EXAONE)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전문 모델 (KoBART)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05156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560320" cy="457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47472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처리 &amp; 멀티모달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1554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Docling (AI 기반)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74720" y="1828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PyMuPDF (규칙 기반)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74720" y="2103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STT, TTS, VLM 개요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035040" y="1051560"/>
            <a:ext cx="2560320" cy="4572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21792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1554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워크플로우 5단계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0" y="1828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OpenAI / Claude / Gemini 비교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17920" y="2103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병렬 / 순차 함수 호출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48056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38BDF8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핵심 실습: 3사 여행 플래너 비교 (Function Calling)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A78BFA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A78BFA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" cy="22860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371600"/>
            <a:ext cx="1371600" cy="384048"/>
          </a:xfrm>
          <a:prstGeom prst="roundRect">
            <a:avLst>
              <a:gd name="adj" fmla="val 35714"/>
            </a:avLst>
          </a:prstGeom>
          <a:solidFill>
            <a:srgbClr val="A78BFA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3~4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 확장하기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RAG + GraphRAG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0"/>
            <a:ext cx="1371600" cy="1371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시간: 14시간 (7h × 2일)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 경로: Step 4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3~4 주요 학습 내용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4 - 지식 확장하기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256032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프레임워크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생태계 전체 그림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LangGraph 워크플로우 관리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LLM 인터페이스 + LCEL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Agents, Tools, State 관리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291840" y="1051560"/>
            <a:ext cx="256032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47472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기초 + 품질 튜닝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1554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인덱싱 파이프라인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74720" y="1828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Load-Split-Embed-Store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0" y="2103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청킹 전략 (시맨틱, 계층적)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74720" y="2377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하이브리드 검색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74720" y="2651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리랭킹 (Cross-Encoder)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74720" y="2926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RAGAS 평가 프레임워크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105156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035040" y="1051560"/>
            <a:ext cx="256032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21792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1554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Knowledge Graph 기반 검색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0" y="1828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MS GraphRAG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17920" y="2103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LangChain + Neo4j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0" y="2377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LightRAG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48056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A78BFA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핵심 실습: 멀티소스 Agent (웹+YouTube), GraphRAG 구축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34D399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" cy="228600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371600"/>
            <a:ext cx="1371600" cy="384048"/>
          </a:xfrm>
          <a:prstGeom prst="roundRect">
            <a:avLst>
              <a:gd name="adj" fmla="val 35714"/>
            </a:avLst>
          </a:prstGeom>
          <a:solidFill>
            <a:srgbClr val="34D399">
              <a:alpha val="4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만들기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+ MCP + 자연어 Agent 개발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0"/>
            <a:ext cx="1371600" cy="1371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시간: 7시간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 경로: Step 5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1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주요 학습 내용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5 - 에이전트 만들기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2560320" cy="457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(Multi-Agent System)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SAS 패턴 심화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Scheduler-Agent-Supervisor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A2A 프로토콜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Agent Card 설계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651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통신 구조 &amp; 상태 관리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105156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291840" y="1051560"/>
            <a:ext cx="2560320" cy="457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47472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(Model Context Protocol)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554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아키텍처 개요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4720" y="1828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Host / Client / Server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74720" y="2103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핵심 기능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74720" y="2377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Tools, Resources, Prompts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0" y="2651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JSON-RPC 2.0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74720" y="2926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OAuth 2.1 보안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1051560"/>
            <a:ext cx="2560320" cy="3246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035040" y="1051560"/>
            <a:ext cx="2560320" cy="457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217920" y="1188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Agent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1554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Dify Visual Builder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17920" y="1828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DSL 구조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0" y="2103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프로토타이핑 워크플로우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2377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자연어 → 프로토타입 → 프로덕션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48056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34D399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핵심 실습: MAS 챗봇, MCP 서버 구현, Dify 프로토타이핑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3657600" cy="365760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개발하고, 여러분은 이해합니다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활용 실습 중심 학습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371600"/>
            <a:ext cx="5852160" cy="365760"/>
          </a:xfrm>
          <a:prstGeom prst="rect">
            <a:avLst/>
          </a:prstGeom>
          <a:solidFill>
            <a:srgbClr val="1620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0" y="1371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실습+토론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1783080"/>
            <a:ext cx="5852160" cy="411480"/>
          </a:xfrm>
          <a:prstGeom prst="rect">
            <a:avLst/>
          </a:prstGeom>
          <a:solidFill>
            <a:srgbClr val="162035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14400" y="1901952"/>
            <a:ext cx="164592" cy="164592"/>
          </a:xfrm>
          <a:prstGeom prst="ellipse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143000" y="178308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1783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LLM과 대화하기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17830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17830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1892808"/>
            <a:ext cx="1828800" cy="182880"/>
          </a:xfrm>
          <a:prstGeom prst="rect">
            <a:avLst/>
          </a:prstGeom>
          <a:solidFill>
            <a:srgbClr val="1620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858000" y="1892808"/>
            <a:ext cx="822960" cy="182880"/>
          </a:xfrm>
          <a:prstGeom prst="rect">
            <a:avLst/>
          </a:prstGeom>
          <a:solidFill>
            <a:srgbClr val="6C63FF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14400" y="2340864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143000" y="2221992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22219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→ 도구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22219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22219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2331720"/>
            <a:ext cx="1828800" cy="182880"/>
          </a:xfrm>
          <a:prstGeom prst="rect">
            <a:avLst/>
          </a:prstGeom>
          <a:solidFill>
            <a:srgbClr val="1620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858000" y="2331720"/>
            <a:ext cx="1005840" cy="182880"/>
          </a:xfrm>
          <a:prstGeom prst="rect">
            <a:avLst/>
          </a:prstGeom>
          <a:solidFill>
            <a:srgbClr val="38BDF8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22960" y="2660904"/>
            <a:ext cx="5852160" cy="411480"/>
          </a:xfrm>
          <a:prstGeom prst="rect">
            <a:avLst/>
          </a:prstGeom>
          <a:solidFill>
            <a:srgbClr val="162035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14400" y="2779776"/>
            <a:ext cx="164592" cy="164592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143000" y="266090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28800" y="266090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RAG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89120" y="266090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0" y="266090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58000" y="2770632"/>
            <a:ext cx="1828800" cy="182880"/>
          </a:xfrm>
          <a:prstGeom prst="rect">
            <a:avLst/>
          </a:prstGeom>
          <a:solidFill>
            <a:srgbClr val="1620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858000" y="2770632"/>
            <a:ext cx="621792" cy="182880"/>
          </a:xfrm>
          <a:prstGeom prst="rect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914400" y="3218688"/>
            <a:ext cx="164592" cy="164592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143000" y="3099816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828800" y="30998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고급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389120" y="309981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0" y="309981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58000" y="3209544"/>
            <a:ext cx="1828800" cy="182880"/>
          </a:xfrm>
          <a:prstGeom prst="rect">
            <a:avLst/>
          </a:prstGeom>
          <a:solidFill>
            <a:srgbClr val="1620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858000" y="3209544"/>
            <a:ext cx="713232" cy="182880"/>
          </a:xfrm>
          <a:prstGeom prst="rect">
            <a:avLst/>
          </a:prstGeom>
          <a:solidFill>
            <a:srgbClr val="A78BFA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822960" y="3538728"/>
            <a:ext cx="5852160" cy="411480"/>
          </a:xfrm>
          <a:prstGeom prst="rect">
            <a:avLst/>
          </a:prstGeom>
          <a:solidFill>
            <a:srgbClr val="162035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914400" y="3657600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1143000" y="353872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828800" y="35387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만들기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389120" y="353872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0" y="353872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58000" y="3648456"/>
            <a:ext cx="1828800" cy="182880"/>
          </a:xfrm>
          <a:prstGeom prst="rect">
            <a:avLst/>
          </a:prstGeom>
          <a:solidFill>
            <a:srgbClr val="1620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6858000" y="3648456"/>
            <a:ext cx="640080" cy="182880"/>
          </a:xfrm>
          <a:prstGeom prst="rect">
            <a:avLst/>
          </a:prstGeom>
          <a:solidFill>
            <a:srgbClr val="34D399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914400" y="3840480"/>
            <a:ext cx="7315200" cy="640080"/>
          </a:xfrm>
          <a:prstGeom prst="roundRect">
            <a:avLst>
              <a:gd name="adj" fmla="val 14286"/>
            </a:avLst>
          </a:prstGeom>
          <a:solidFill>
            <a:srgbClr val="22D3EE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전 과정 실습 비중 42%  |  Day 2는 55%까지 상승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방법 및 통합 프로젝트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6576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비중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일별 실습 과제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2926080" cy="292608"/>
          </a:xfrm>
          <a:prstGeom prst="roundRect">
            <a:avLst>
              <a:gd name="adj" fmla="val 1875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22960" y="2057400"/>
            <a:ext cx="1170432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444752" y="20574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프로젝트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926080"/>
            <a:ext cx="2926080" cy="292608"/>
          </a:xfrm>
          <a:prstGeom prst="roundRect">
            <a:avLst>
              <a:gd name="adj" fmla="val 1875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22960" y="2926080"/>
            <a:ext cx="1170432" cy="292608"/>
          </a:xfrm>
          <a:prstGeom prst="roundRect">
            <a:avLst>
              <a:gd name="adj" fmla="val 18750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444752" y="29260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520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참여도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794760"/>
            <a:ext cx="2926080" cy="292608"/>
          </a:xfrm>
          <a:prstGeom prst="roundRect">
            <a:avLst>
              <a:gd name="adj" fmla="val 1875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22960" y="3794760"/>
            <a:ext cx="585216" cy="292608"/>
          </a:xfrm>
          <a:prstGeom prst="roundRect">
            <a:avLst>
              <a:gd name="adj" fmla="val 1875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59536" y="37947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05156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846320" y="1234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프로젝트 개요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부여 시점: Day 5 교육 종료 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1965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 기한: 교육 종료 후 2주 이내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240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세션: 별도 일정 공지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606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포함 기술 (최소 3개 이상)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292608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API 활용 (Day 1)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1638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데이터 처리 (Day 2)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4015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 시스템 (Day 3~4)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36393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도구 연동 (Day 4~5)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87705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 아키텍처 (Day 5)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4206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기준: 기술적 완성도 40% | 아키텍처 설계 30% | 발표 및 시연 30%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C63F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34D399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5일 후, 여러분은...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1620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2560320" cy="45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502920" cy="502920"/>
          </a:xfrm>
          <a:prstGeom prst="ellipse">
            <a:avLst/>
          </a:prstGeom>
          <a:solidFill>
            <a:srgbClr val="6C63FF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42646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API를 자유롭게 활용하고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24231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OpenAI, Claude, Gemini, Groq 4개 LLM 비교 역량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27706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프롬프트 엔지니어링으로 원하는 결과 도출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37560" y="109728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1620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337560" y="1097280"/>
            <a:ext cx="2560320" cy="4572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3566160" y="1325880"/>
            <a:ext cx="502920" cy="502920"/>
          </a:xfrm>
          <a:prstGeom prst="ellipse">
            <a:avLst/>
          </a:prstGeom>
          <a:solidFill>
            <a:srgbClr val="A78BFA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744" y="142646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6616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시스템을 설계/구현하며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66160" y="24231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인덱싱부터 검색, 품질 튜닝까지 전 과정 이해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566160" y="27706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GraphRAG로 복잡한 지식 관계 추론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126480" y="109728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162035"/>
          </a:solidFill>
          <a:ln/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6126480" y="1097280"/>
            <a:ext cx="2560320" cy="4572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6355080" y="1325880"/>
            <a:ext cx="502920" cy="502920"/>
          </a:xfrm>
          <a:prstGeom prst="ellipse">
            <a:avLst/>
          </a:prstGeom>
          <a:solidFill>
            <a:srgbClr val="34D399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1426464"/>
            <a:ext cx="301752" cy="3017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5508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멀티에이전트를 만들 수 있습니다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355080" y="24231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 아키텍처 설계 및 구현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355080" y="27706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MCP로 표준화된 도구 연동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1828800" y="3840480"/>
            <a:ext cx="5486400" cy="640080"/>
          </a:xfrm>
          <a:prstGeom prst="roundRect">
            <a:avLst>
              <a:gd name="adj" fmla="val 14286"/>
            </a:avLst>
          </a:prstGeom>
          <a:solidFill>
            <a:srgbClr val="6C63FF"/>
          </a:solidFill>
          <a:ln/>
          <a:effectLst>
            <a:outerShdw blurRad="1524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2"/>
          <p:cNvSpPr/>
          <p:nvPr/>
        </p:nvSpPr>
        <p:spPr>
          <a:xfrm>
            <a:off x="1828800" y="3840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지금 바로 AI Agent 개발 여정을 시작하세요!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교재: develop-agent (17개 챕터)   |   실습 예제: examples/ 디렉토리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1001</Words>
  <Application>Microsoft Macintosh PowerPoint</Application>
  <PresentationFormat>화면 슬라이드 쇼(16:9)</PresentationFormat>
  <Paragraphs>255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개발 실무</dc:title>
  <dc:subject>PptxGenJS Presentation</dc:subject>
  <dc:creator>유니콘주식회사</dc:creator>
  <cp:lastModifiedBy>해경 이</cp:lastModifiedBy>
  <cp:revision>2</cp:revision>
  <dcterms:created xsi:type="dcterms:W3CDTF">2026-02-15T02:14:12Z</dcterms:created>
  <dcterms:modified xsi:type="dcterms:W3CDTF">2026-02-15T02:27:24Z</dcterms:modified>
</cp:coreProperties>
</file>