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>
        <p:scale>
          <a:sx n="160" d="100"/>
          <a:sy n="160" d="100"/>
        </p:scale>
        <p:origin x="33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717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1097280"/>
          </a:xfrm>
          <a:prstGeom prst="rect">
            <a:avLst/>
          </a:prstGeom>
          <a:solidFill>
            <a:srgbClr val="D0F0C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48640"/>
          </a:xfrm>
          <a:prstGeom prst="rect">
            <a:avLst/>
          </a:prstGeom>
          <a:solidFill>
            <a:srgbClr val="50C878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어플리케이션 개발 교육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기초부터 고급까지, 7일간의 완벽한 여정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교육 과정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3840480"/>
            <a:ext cx="365760" cy="365760"/>
          </a:xfrm>
          <a:prstGeom prst="ellipse">
            <a:avLst/>
          </a:prstGeom>
          <a:solidFill>
            <a:srgbClr val="50C878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480560" y="3977640"/>
            <a:ext cx="274320" cy="274320"/>
          </a:xfrm>
          <a:prstGeom prst="ellipse">
            <a:avLst/>
          </a:prstGeom>
          <a:solidFill>
            <a:srgbClr val="228B22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46320" y="3794760"/>
            <a:ext cx="320040" cy="320040"/>
          </a:xfrm>
          <a:prstGeom prst="ellipse">
            <a:avLst/>
          </a:prstGeom>
          <a:solidFill>
            <a:srgbClr val="D0F0C0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시대, 개발자에게 요구되는 새로운 역량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개발자들이 겪고 있는 3가지 Pain Point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ect">
            <a:avLst/>
          </a:prstGeom>
          <a:solidFill>
            <a:srgbClr val="D0F0C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1051560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API는 알지만, 실전 적용 방법을 모른다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783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호출은 할 수 있지만, 실무에 어떻게 적용해야 할지 막막함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챗봇을 넘어서는 복잡한 시스템 구현 경험 부족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8229600" cy="1051560"/>
          </a:xfrm>
          <a:prstGeom prst="rect">
            <a:avLst/>
          </a:prstGeom>
          <a:solidFill>
            <a:srgbClr val="D0F0C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54864" cy="1051560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17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Agent 같은 용어는 들었지만 구현은 막막하다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43000" y="2971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개념은 이해하지만, 실제 코드로 구현하는 방법을 모름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프레임워크(LangChain)는 복잡하고 러닝커브가 높음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D0F0C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57200" y="3749040"/>
            <a:ext cx="54864" cy="1051560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빠르게 변하는 AI 생태계, 체계적 학습 경로가 필요하다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43000" y="4160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GraphRAG, MCP 등 새로운 기술이 너무 빠르게 등장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단편적인 튜토리얼만 보면서 학습하기엔 한계가 있음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7일간의 완벽한 AI 개발 로드맵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40% : 실습 60%의 실전 중심 커리큘럼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291840"/>
          </a:xfrm>
          <a:prstGeom prst="rect">
            <a:avLst/>
          </a:prstGeom>
          <a:solidFill>
            <a:srgbClr val="D0F0C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기본과정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 (24시간)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목표: AI 개요부터 멀티모달까지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AI 어플리케이션 기초 (8시간)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API, 프롬프트 엔지니어링, 멀티턴 대화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문서 처리와 음성 AI (8시간)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요약, PDF 처리, STT/TTS 파이프라인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비전 AI와 Local LLM (8시간)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VLM, Ollama, 종합 프로젝트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E8F5E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심화과정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 (32시간)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목표: RAG, Agent, MCP까지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도구 연동과 프레임워크 (8시간)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Call, LangChain, Memory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RAG 구축과 튜닝 (8시간)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파이프라인, 품질 튜닝, 웹검색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고급 RAG와 에이전트 (8시간)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GraphRAG, Multi-Agent System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통합과 실무 적용 (8시간)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Dify, 종합 프로젝트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0C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45720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228B22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1. 기본과정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기초부터 멀티모달 AI까지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 (24시간) | 이론 40% : 실습 60%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1. AI 어플리케이션 기초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개요부터 멀티턴 대화 시스템까지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개요와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개발환경 구축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기본 개념 이해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API, OpenAI API 설정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개발환경 구성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(VSCode, Jupyter)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38328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984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기초와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호출 메커니즘 이해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작성 전략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(Few-shot, Chain-of-Thought)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Max Tokens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 파라미터 튜닝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17220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984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멀티턴 대화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구현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히스토리 관리 패턴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윈도우 최적화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역할극 챗봇 구현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221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예제: 페르소나를 가진 역할극 챗봇 구현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1330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역할(상담사, 면접관 등)을 수행하는 챗봇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히스토리를 유지하며 자연스러운 응답 생성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2. 문서 처리와 음성 AI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요약부터 음성 대화 파이프라인까지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요약과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분석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Map-Reduce 패턴으로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문서 처리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품질 향상 전략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(청킹, 계층적 요약)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분석, 키워드 추출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38328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984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문서 처리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Q&amp;A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PyPDF2, pdfplumber를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활용한 PDF 파싱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텍스트 추출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(테이블, 이미지 캡션)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기반 질의응답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구현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17220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984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AI: STT +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API로 음성을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텍스트로 변환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LLM으로 응답 생성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API로 음성 출력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음성 대화 파이프라인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221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예제: 음성 대화 파이프라인 구현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1330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입력 → 텍스트 변환 → LLM 응답 → 음성 출력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대화 시스템 프로토타입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3. 비전 AI와 Local LLM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AI와 로컬 LLM 구축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52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VLM: 이미지를 이해하는 AI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Language Model 개요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API, GPT-4 Vision 활용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분석, 캡션 생성, OCR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3931920" cy="146304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89204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984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252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구축 (Ollama)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1691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설치 및 모델 다운로드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3, Mistral 등 오픈소스 모델 활용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vs Local 비교 및 선택 기준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788920"/>
          <a:ext cx="6400800" cy="1417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Cloud LLM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C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Local LLM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8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✅ 최신 성능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✅ 관리 불필요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✅ 데이터 프라이버시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✅ 비용 효율성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</a:rPr>
                        <a:t>❌ 비용 발생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</a:rPr>
                        <a:t>❌ 데이터 전송 필요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</a:rPr>
                        <a:t>❌ 성능 제한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</a:rPr>
                        <a:t>❌ 인프라 관리 필요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46227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4389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기본과정 종합 프로젝트: 멀티모달 리포트 생성기 (이미지 분석 + 문서 요약 + 음성 출력 통합)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45720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50C878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 심화과정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Call부터 Multi-Agent까지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 (32시간) | 실전 중심 고급 기술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Day 1. 도구 연동과 프레임워크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Calling과 LangChain 마스터하기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LLM에 도구 연결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메커니즘 이해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 연동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(날씨, 검색, DB 등)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핸들링과 재시도 전략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38328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984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기초와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아키텍처 이해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Expression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Language (LCEL)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Template,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 활용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17220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984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Memory를 활용한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체인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Buffer Memory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Summary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LangChain Agent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 구현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221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예제: 도구를 사용하는 LangChain Agent 챗봇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1330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웹검색, 계산기, 날씨 API 등 도구 활용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요청에 따라 자동으로 적절한 도구 선택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Day 2. RAG 구축과 튜닝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완벽 정복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파이프라인: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인덱싱→검색→생성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Loader로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로드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Splitter로 청킹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Store에 임베딩 저장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Retriever로 관련 문서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후 LLM 생성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38328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984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튜닝: 청킹,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리랭킹, 하이브리드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최적화 전략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Reranker로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향상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Search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필터링 활용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17220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984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웹검색 통합 RAG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Tavily, Google Search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정보 + 내부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통합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사내 문서 Q&amp;A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구현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221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예제: 사내 문서 Q&amp;A 시스템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1330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내부 PDF, Word 문서 인덱싱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질문에 대한 정확한 답변 + 출처 제공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Day 3. 고급 RAG와 에이전트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GraphRAG와 Multi-Agent System 설계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그래프 기반 RAG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RAG의 한계와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GraphRAG의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필요성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Neo4j, NetworkX로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그래프 구축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 추출 → 관계 추출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→ 그래프 쿼리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38328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984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설계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역할 분담 전략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Researcher, Coder,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Reviewer 등 전문 에이전트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간 통신 및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패턴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17220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984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LangGraph를 활용한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워크플로우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LangGraph로 복잡한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흐름 설계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분기, 병렬 실행,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재귀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루프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멀티에이전트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리서치봇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구현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221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예제: 멀티에이전트 리서치봇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1330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Researcher: 웹검색 정보 수집 → Analyzer: 수집된 정보 분석 → Writer: 최종 리포트 작성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Day 4. 통합과 실무 적용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MCP와 Dify로 실전 프로젝트 완성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표준화된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통합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개요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 구축 및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도구를 표준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인터페이스로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통합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Desktop, IDE에서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MCP 활용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38328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984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Dify: 노코드 AI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플랫폼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플랫폼 소개 및 설치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드래그앤드롭으로 RAG,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Agent 워크플로우 구성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Base,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Tools 관리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배포 및 프론트엔드 연동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06040" cy="2468880"/>
          </a:xfrm>
          <a:prstGeom prst="rect">
            <a:avLst/>
          </a:prstGeom>
          <a:solidFill>
            <a:srgbClr val="F0FA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172200" y="1252728"/>
            <a:ext cx="365760" cy="36576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984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심화과정 종합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169164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노코드 + 코드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Agent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Dify로 빠른 프로토타입</a:t>
            </a:r>
            <a:endParaRPr lang="en-US" sz="1050" dirty="0"/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→ Python 커스텀 확장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MCP로 외부 시스템 통합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221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예제: 하이브리드 AI Agent 시스템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1330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Dify로 UI와 기본 워크플로우 구성 → Python으로 고급 로직 구현 → MCP로 사내 시스템 연동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교육 과정의 3가지 차별점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교육을 선택해야 하는가?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97480" cy="3657600"/>
          </a:xfrm>
          <a:prstGeom prst="rect">
            <a:avLst/>
          </a:prstGeom>
          <a:solidFill>
            <a:srgbClr val="F0FA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97480" cy="73152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440180" y="1325880"/>
            <a:ext cx="548640" cy="54864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" y="13990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즉시 투입 가능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42316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비중 60%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모듈마다 hands-on 랩 제공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실무 조합 패턴 학습</a:t>
            </a:r>
            <a:endParaRPr lang="en-US" sz="1100" dirty="0"/>
          </a:p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문서 Q&amp;A, AI 회의록,</a:t>
            </a:r>
            <a:endParaRPr lang="en-US" sz="1100" dirty="0"/>
          </a:p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멀티에이전트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리서치봇 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697480" cy="3657600"/>
          </a:xfrm>
          <a:prstGeom prst="rect">
            <a:avLst/>
          </a:prstGeom>
          <a:solidFill>
            <a:srgbClr val="F0FA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246120" y="1143000"/>
            <a:ext cx="2697480" cy="73152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320540" y="1325880"/>
            <a:ext cx="548640" cy="54864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2" y="13990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최신 트렌드 반영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83280" y="242316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 차세대 RAG 기술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(MAS)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노코드 플랫폼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143000"/>
            <a:ext cx="2697480" cy="3657600"/>
          </a:xfrm>
          <a:prstGeom prst="rect">
            <a:avLst/>
          </a:prstGeom>
          <a:solidFill>
            <a:srgbClr val="F0FA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26480" y="1143000"/>
            <a:ext cx="2697480" cy="73152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200900" y="1325880"/>
            <a:ext cx="548640" cy="548640"/>
          </a:xfrm>
          <a:prstGeom prst="ellips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052" y="13990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평가 시스템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63640" y="242316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실습 평가 (50%)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프로젝트 (30%)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퀴즈 (20%)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즉각적 피드백 제공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후 바로 적용 가능한 5가지 패턴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시나리오별 기술 조합 가이드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0FA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6400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15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문서 Q&amp;A 시스템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Vector DB + Reranker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31920" y="1143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정책 문서, 기술 매뉴얼, 법률 계약서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0" y="1234440"/>
            <a:ext cx="914400" cy="32004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58952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2-3일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202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01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회의록 자동화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(Whisper) + 요약 (Map-Reduce) + TTS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3192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회의, 고객 미팅, 교육 세션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589520" y="1920240"/>
            <a:ext cx="914400" cy="32004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758952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F0FA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0604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멀티에이전트 리서치봇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5156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+ 웹검색 + GraphRAG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931920" y="2514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조사, 경쟁사 분석, 기술 동향 분석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589520" y="2606040"/>
            <a:ext cx="914400" cy="32004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758952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3-5일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57200" y="3154680"/>
            <a:ext cx="54864" cy="6400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91840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51560" y="3172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상담 챗봇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5156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+ Conversation Memory + RAG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393192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지원, 제품 추천, FAQ 자동 응답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589520" y="3291840"/>
            <a:ext cx="914400" cy="32004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758952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2-3일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0FA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51560" y="3858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분석 리포트 생성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05156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+ 문서 생성 + 템플릿 엔진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3931920" y="3886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검사, 매장 모니터링, 의료 이미지 분석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7589520" y="3977640"/>
            <a:ext cx="914400" cy="32004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/>
          <p:nvPr/>
        </p:nvSpPr>
        <p:spPr>
          <a:xfrm>
            <a:off x="7589520" y="3977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2-3일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4617720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737360" y="4572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수료 후 1주일 내 실무 프로젝트 시작 가능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0F0C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D0F0C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 후, 당신은 AI 개발 전문가가 됩니다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517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API부터 GraphRAG까지 완벽 마스터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0574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517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 바로 적용 가능한 5가지 패턴 습득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5146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5176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트렌드(MCP, Dify, Multi-Agent) 완전 정복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solidFill>
            <a:srgbClr val="228B2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29184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9184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바로 시작하세요</a:t>
            </a:r>
            <a:endParaRPr lang="en-US" sz="2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406908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65176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education@example.com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06908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3035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02-1234-5678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434340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56616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www.ai-education.com</a:t>
            </a:r>
            <a:endParaRPr lang="en-US" sz="1300" dirty="0"/>
          </a:p>
        </p:txBody>
      </p:sp>
      <p:sp>
        <p:nvSpPr>
          <p:cNvPr id="20" name="Text 11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Session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1435</Words>
  <Application>Microsoft Macintosh PowerPoint</Application>
  <PresentationFormat>화면 슬라이드 쇼(16:9)</PresentationFormat>
  <Paragraphs>299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어플리케이션 개발 교육</dc:title>
  <dc:subject>PptxGenJS Presentation</dc:subject>
  <dc:creator>유니콘주식회사</dc:creator>
  <cp:lastModifiedBy>해경 이</cp:lastModifiedBy>
  <cp:revision>6</cp:revision>
  <dcterms:created xsi:type="dcterms:W3CDTF">2026-02-14T09:41:43Z</dcterms:created>
  <dcterms:modified xsi:type="dcterms:W3CDTF">2026-02-14T10:06:01Z</dcterms:modified>
</cp:coreProperties>
</file>